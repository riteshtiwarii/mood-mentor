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ellness_cover_1791734665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4572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F766E"/>
                </a:solidFill>
                <a:latin typeface="Arial"/>
              </a:defRPr>
            </a:pPr>
            <a:r>
              <a:t>FINAL YEAR MAJOR PROJECT PRESENTATION • 2025–2026</a:t>
            </a:r>
          </a:p>
          <a:p>
            <a:pPr>
              <a:spcAft>
                <a:spcPts val="800"/>
              </a:spcAft>
              <a:defRPr sz="3800" b="1">
                <a:solidFill>
                  <a:srgbClr val="0F172A"/>
                </a:solidFill>
                <a:latin typeface="Arial"/>
              </a:defRPr>
            </a:pPr>
            <a:r>
              <a:t>MoodMentor AI</a:t>
            </a:r>
          </a:p>
          <a:p>
            <a:pPr>
              <a:spcAft>
                <a:spcPts val="1600"/>
              </a:spcAft>
              <a:defRPr sz="1600" b="1">
                <a:solidFill>
                  <a:srgbClr val="0369A1"/>
                </a:solidFill>
                <a:latin typeface="Arial"/>
              </a:defRPr>
            </a:pPr>
            <a:r>
              <a:t>Enterprise AI Psychological Wellness &amp; Emotion Intelligence Platform</a:t>
            </a:r>
          </a:p>
          <a:p>
            <a:pPr>
              <a:spcAft>
                <a:spcPts val="2400"/>
              </a:spcAft>
              <a:defRPr sz="1150">
                <a:solidFill>
                  <a:srgbClr val="475569"/>
                </a:solidFill>
                <a:latin typeface="Arial"/>
              </a:defRPr>
            </a:pPr>
            <a:r>
              <a:t>A clinical-grade, privacy-first platform integrating DistilBERT deep affective inference, continuous intensity scoring, a 5-strategy hybrid recommender with Explainable AI (XAI), and real-time burnout analytics.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Team MoodMentor | Dept. of Computer Science &amp; Engineering</a:t>
            </a:r>
            <a:br/>
            <a:r>
              <a:t>Project Guide: Faculty Mentor | Academic Year: 2025–2026</a:t>
            </a:r>
            <a:br/>
            <a:r>
              <a:t>Live URL: https://mood-mentor.streamlit.app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CONTEXT &amp; CLINICAL RATIONALE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Statement: The Corporate Mental Health Crisis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Workplace burnout, privacy fears, and the inadequacy of traditional episodic surveys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BE5537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The Employee Dilemma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76% of corporate employees experience workplace burnout, yet over 60% avoid company counseling due to acute fears of data leakage, stigma, or career repercussions.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D97706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Gaps in Existing Solutions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Traditional solutions rely on periodic HR surveys (quarterly/annual), static unpersonalized chatbots, or crude sentiment analysis (positive/negative) lacking clinical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F766E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The Technical Challenge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Measuring psychological distress requires real-time PII anonymization, multi-label emotion classification, continuous severity triage, and Explainable AI (XAI) justifications.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ARCHITECTURE &amp; INNOVATION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Solution: MoodMentor Affective Intelligence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A clinical-grade, end-to-end affective pipeline engineered for workplace psychological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STEP 1: Zero-Data-Leak PII Sanitizer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Scrubs employee names, corporate emails, phone numbers, and URLs via regex + NER before neural inference to ensure strict HIPAA/GDPR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STEP 2: DistilBERT Deep Emotion Classifier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Fine-tuned transformer classifying 6 core Ekman emotion dimensions (Joy, Sadness, Anger, Fear, Surprise, Disgust) with calibrated confidence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STEP 3: Continuous Intensity &amp; Triage Engine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Custom mathematical algorithm scoring distress on a 0.05–1.0 continuous spectrum, mapped to 4 clinical tiers (Mild, Moderate, Elevated, Critical 988 Alert).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STEP 4: 5-Strategy Hybrid Recommender with XAI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Combines rule-based triage, TF-IDF cosine semantic similarity, emotion cosine matching, collaborative filtering, and online feedback learning with transparent justifications.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STEP 5: Executive Telemetry &amp; Burnout Analytics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Streamlit multipage SaaS with 6-D Radar Geometry, Longitudinal Spline Trajectories, Burnout Risk Index (0–100%), and 1-click Clinical PDF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ENGINEERING GOALS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Objectives: Five Quantifiable Milestones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Specific, measurable engineering benchmarks established for the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</a:defRPr>
            </a:pPr>
            <a:r>
              <a:t>OBJ-1: Real-Time PII Scrubbing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Achieve sub-5ms redaction of sensitive identifiers (Names, Emails, Phone numbers) across freeform user text to guarantee HIPAA/GDPR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</a:defRPr>
            </a:pPr>
            <a:r>
              <a:t>OBJ-2: Deep Affective Classification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Deploy a DistilBERT sequence classifier providing calibrated multi-label probabilities across 6 Ekman emotions, surpassing binary positive/negative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</a:defRPr>
            </a:pPr>
            <a:r>
              <a:t>OBJ-3: Continuous Severity Triage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Formulate a continuous 0.05–1.0 intensity metric combining model confidence, VADER polarity, and distress triggers into 4 actionable triage bands.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5468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918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</a:defRPr>
            </a:pPr>
            <a:r>
              <a:t>OBJ-4: Explainable Hybrid Recommendations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Engineer a 5-strategy recommender delivering +40% precision improvement over random baselines with automated clinical reasoning explanations.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</a:defRPr>
            </a:pPr>
            <a:r>
              <a:t>OBJ-5: Production SaaS &amp; 24/7 Availability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Deliver an enterprise-grade Streamlit web application with SQLite persistence, zero cold-start delay via automated keep-alive monitoring, and 100% test pass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USER PERSONAS &amp; BENEFICIARIES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Target Stakeholders &amp; System Actors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Who interacts with MoodMentor and how each group derives direct 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870655"/>
              </a:tblGrid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Stakeholder Group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Primary Responsibilities / User Flow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Core System Value Provided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Corporate 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Input reflections, receive personalized coping exercises, track daily mental wellness safely.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100% confidential space with instant, non-judgmental affective coping strategies.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People &amp; HR Leaders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Review anonymized department-level burnout meters and longitudinal trend trajectories.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Early warning indicators preventing employee attrition and chronic burnout crises.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Clinical Counselors / 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Audit triage escalations, inspect crisis alerts, and review programmatic PDF reports.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Objective telemetry on intensity progression and intervention efficacy.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Platform Maintainers / DevOps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Monitor 24/7 server health, verify database integrity, review test suites, and update models.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Automated CI/CD testing, containerized deployment, and keep-alive stability.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IMPLEMENTATION STATUS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Features: Production Implementation Matrix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Comprehensive mapping of verified implemented capabilities across modules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468880"/>
                <a:gridCol w="4967935"/>
                <a:gridCol w="1828800"/>
              </a:tblGrid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Feature Name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Technical Functionality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PII Redaction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Scans and replaces names, corporate emails, and phone numbers with tokens.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Negation Sentiment Lexicon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VADER-based lexicon tracking valence shifts ('not bad' vs 'bad').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DistilBERT Sequence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PyTorch transformer inference predicting 6 Ekman emotion probabilities.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Continuous Intensity Analyzer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Calculates continuous severity (0.05-1.0) and assigns clinical triage tier.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5-Strategy Hybrid Recommender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TF-IDF semantic matching, collaborative preferences, and feedback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Explainable AI (XAI) Justifier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Programmatically generates multi-factor clinical reasoning statements.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988 Crisis Guardrail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Emergency banner with immediate hotline routing for acute crisis inputs.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Multipage SaaS 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5-view enterprise Streamlit UI with Stripe-caliber light healthcare styling.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Clinical Visualizations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Plotly 6-D Radar, Intensity Spline Trajectory, and Burnout Risk Index.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SQLite Telemetry &amp; Exporter Hub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ACID relational persistence, faceted search, and ReportLab PDF downloads.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VERIFIED &amp; IMPLEMENTED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EXECUTION PIPELINE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Functionalities &amp; End-to-End Clinical Workflow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How freeform text travels through the 6-stage affective computing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417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234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5537"/>
                </a:solidFill>
              </a:defRPr>
            </a:pPr>
            <a:r>
              <a:t>STAGE 1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Input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Freeform user text or preset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1417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011680"/>
            <a:ext cx="1234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5537"/>
                </a:solidFill>
              </a:defRPr>
            </a:pPr>
            <a:r>
              <a:t>STAGE 2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1. PII Clean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Masks names, emails, phone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828800"/>
            <a:ext cx="1417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1234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5537"/>
                </a:solidFill>
              </a:defRPr>
            </a:pPr>
            <a:r>
              <a:t>STAGE 3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2. Emotion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DistilBERT classifies 6 affect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1828800"/>
            <a:ext cx="1417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80"/>
            <a:ext cx="1234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5537"/>
                </a:solidFill>
              </a:defRPr>
            </a:pPr>
            <a:r>
              <a:t>STAGE 4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3. Intensity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Calculates continuous score &amp; triage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828800"/>
            <a:ext cx="1417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011680"/>
            <a:ext cx="1234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5537"/>
                </a:solidFill>
              </a:defRPr>
            </a:pPr>
            <a:r>
              <a:t>STAGE 5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4. Recommender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Hybrid ranking across 25 interventions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828800"/>
            <a:ext cx="1417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1234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5537"/>
                </a:solidFill>
              </a:defRPr>
            </a:pPr>
            <a:r>
              <a:t>STAGE 6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5. XAI Rationale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Generates explainability justification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828800"/>
            <a:ext cx="1417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2011680"/>
            <a:ext cx="1234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E5537"/>
                </a:solidFill>
              </a:defRPr>
            </a:pPr>
            <a:r>
              <a:t>STAGE 7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6. Storage &amp; UI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SQLite logging &amp; Plotly rendering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STRUCTURAL BLUEPRINT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Architecture &amp; Layered Component Topology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Multi-tier decoupled architecture separating presentation, intelligence, and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766E"/>
                </a:solidFill>
              </a:defRPr>
            </a:pPr>
            <a:r>
              <a:t>PRESENTATION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Streamlit 1.39 Multipage UI • Custom HTML5/CSS3 Design System • Plotly Visualizations (Radar, Trajectory Spline, Donut)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59152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04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369A1"/>
                </a:solidFill>
              </a:defRPr>
            </a:pPr>
            <a:r>
              <a:t>SECURITY &amp; GATEWAY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PII Sanitizer Engine (Regex + NER) • Input Validation &amp; XSS Guardrails • Anonymization Tokenizer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63824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954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766E"/>
                </a:solidFill>
              </a:defRPr>
            </a:pPr>
            <a:r>
              <a:t>MACHINE LEARNING INFERENCE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DistilBERT Sequence Classifier (PyTorch + Hugging Face) • VADER Sentiment Intensity Analyzer (NLTK)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68496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E5537"/>
                </a:solidFill>
              </a:defRPr>
            </a:pPr>
            <a:r>
              <a:t>CLINICAL DECISION &amp; RECOMMENDER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Affective Intensity Analyzer • 5-Strategy Hybrid Ranking Engine • TF-IDF Cosine Semantic Matcher • XAI Explainer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73168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188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PERSISTENCE &amp; ANALYTICS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SQLite3 Telemetry Store • Dynamic Query Filter Engine • ReportLab PDF Report Generator • CSV Exporter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</a:defRPr>
            </a:pPr>
            <a:r>
              <a:t>CLOUD INFRASTRUCTURE &amp; DEVOPS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Streamlit Community Cloud • UptimeRobot 24/7 Heartbeat (5-min HTTP ping) • Docker Container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ENGINEERING TOOLS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Technology Stack &amp; Technical Justifications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Validated tools selected for performance, privacy compliance, and ML compatibility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2560320"/>
                <a:gridCol w="4602175"/>
              </a:tblGrid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Technology Used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 in MoodMentor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Technical Justification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Python 3.10+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Primary core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Native ecosystem for PyTorch, NLP tokenizers, and ML pipeline orchestration.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Deep Learning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PyTorch &amp; Transformers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DistilBERT inference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66M parameter model delivers transformer accuracy with 40% lower memory footprint.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NLP / Lexicon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NLTK VADER &amp; spaCy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Sentiment &amp; PII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Deterministic rule-based scrubbing provides zero-leakage guarantee for sensitive PII.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Recommender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scikit-learn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TF-IDF Cosine Matcher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Sub-millisecond similarity computation over 25 clinical catalog vectors.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Web /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Streamlit &amp; CSS3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Multipage SaaS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Python-native reactive binding eliminating JavaScript/REST middleware latency.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Visualizations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Plotly Graph Objects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Radar &amp; Trajectory curves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Hardware-accelerated SVG/WebGL charts supporting clinical severity zones.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SQLite3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Telemetry data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Zero-configuration ACID transactions with zero server overhead for embedded telemetry.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Cloud &amp; DevOps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Streamlit Cloud + UptimeRobot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Hosting &amp; Keep-Alive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Public HTTPS hosting backed by automated 5-minute ping preventing cloud sleep.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LIVE PLATFORM VERIFICATION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Application Screenshot Report: Production Deployment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Authentic screenshots verifying the operational deployment on Streamlit Community Cloud</a:t>
            </a:r>
          </a:p>
        </p:txBody>
      </p:sp>
      <p:pic>
        <p:nvPicPr>
          <p:cNvPr id="4" name="Picture 3" descr="media_1791733177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Fig 1: Clinical Copilot &amp; Diagnostic Console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Shows the active diagnostic console with one-click clinical presets (Acute Panic, Severe Burnout), text area, and real-time inference trigger.</a:t>
            </a:r>
          </a:p>
        </p:txBody>
      </p:sp>
      <p:pic>
        <p:nvPicPr>
          <p:cNvPr id="6" name="Picture 5" descr="media_17918257287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1206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0292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Fig 2: Longitudinal Analytics &amp; Burnout Meter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Live production view at mood-mentor.streamlit.app displaying the 74% Burnout Risk Index, Intensity Trajectory spline, and Dominant Affect Donut.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INTERACTIVE WALKTHROUGH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Demonstration: Live Clinical User Flow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Step-by-step walkthrough of how an employee interacts with MoodMentor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1. Input &amp; Presets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User enters text (e.g., severe deadline anxiety) or clicks 'Acute Panic'. PII cleaner immediately sanitizes names and corporate emails in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</a:defRPr>
            </a:pPr>
            <a:r>
              <a:t>2. Neural Inference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DistilBERT classifies affect vectors (Fear: 74.6%). Intensity analyzer calculates 0.65 (Moderate tier) and updates the Clinical Triage HUD.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E5537"/>
                </a:solidFill>
              </a:defRPr>
            </a:pPr>
            <a:r>
              <a:t>3. Hybrid Interventions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Recommender selects 3 ranked activities (e.g., Box Breathing, Pomodoro Break) matched to user modality preferences with XAI justification.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59669"/>
                </a:solidFill>
              </a:defRPr>
            </a:pPr>
            <a:r>
              <a:t>4. Feedback &amp; Adaptation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User can click 'Accept &amp; Log' or 'Skip'. Online FeedbackLearner adapts modality weights in real-time, penalizing skipped formats.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5. Executive Export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User or HR leader navigates to Reports Hub to generate a cryptographic-stamped PDF summary or export session telemetry to 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MATHEMATICAL FOUNDATIONS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Implementation Algorithms &amp; Formulations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Formal mathematical models governing affective intensity, burnout, and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766E"/>
                </a:solidFill>
              </a:defRPr>
            </a:pPr>
            <a:r>
              <a:t>Affective Intensity Score Formula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Intensity = 0.50 * Confidence(Emotion) + 0.35 * |Compound_Polarity| + 0.15 * Distress_Density</a:t>
            </a:r>
            <a:br/>
            <a:br/>
            <a:r>
              <a:t>Continuous floating-point metric bounded between 0.05 and 1.0, resolving edge cases where sentiment polarity diverges from transformer emotion logits.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766E"/>
                </a:solidFill>
              </a:defRPr>
            </a:pPr>
            <a:r>
              <a:t>Burnout Risk Index (BRI) Formula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BRI = (Negative_Sessions / Total_Sessions) * 45 + (Mean_Intensity) * 40 + (Critical_Flags) * 15</a:t>
            </a:r>
            <a:br/>
            <a:br/>
            <a:r>
              <a:t>Momentum-weighted risk score (0-100%) tracking chronic emotional fatigue over the past 10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766E"/>
                </a:solidFill>
              </a:defRPr>
            </a:pPr>
            <a:r>
              <a:t>TF-IDF Cosine Semantic Matching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Similarity(q, c) = (V_q . V_c) / (||V_q|| * ||V_c||)</a:t>
            </a:r>
            <a:br/>
            <a:br/>
            <a:r>
              <a:t>Measures geometric cosine similarity between user distress vectors and 25 clinical catalog intervention representations.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EMPIRICAL BENCHMARKS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Accuracy Rate &amp; Empirical Performance Metrics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Measured evaluation benchmarks validating recommender precision, latency, and test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59669"/>
                </a:solidFill>
              </a:defRPr>
            </a:pPr>
            <a:r>
              <a:t>+44.4%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Precision@3 Lift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Recommender precision increased from 0.450 to 0.650 over unweighted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1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F766E"/>
                </a:solidFill>
              </a:defRPr>
            </a:pPr>
            <a:r>
              <a:t>+65.1%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NDCG@3 Lift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Normalized Discounted Cumulative Gain improved from 0.490 to 0.809.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369A1"/>
                </a:solidFill>
              </a:defRPr>
            </a:pPr>
            <a:r>
              <a:t>0.65 ms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Recommender Latency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Sub-millisecond hybrid recommendation generation over 25 clinical activities.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5" y="17373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Automated Test Pass Rate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71 out of 71 unit and integration test cases passed across all 4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766E"/>
                </a:solidFill>
              </a:defRPr>
            </a:pPr>
            <a:r>
              <a:t>EMPIRICAL METHODOLOGY &amp; DATASET CONTEXT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Evaluation Set: recommendation_eval_set.json containing 10 clinical distress archetypes with expert gold-standard rankings.</a:t>
            </a:r>
            <a:br/>
            <a:r>
              <a:t>• Transformer Benchmark: DistilBERT multi-label emotion classification evaluated on Apple Silicon / CPU inference (~48ms per tokenized pass).</a:t>
            </a:r>
            <a:br/>
            <a:r>
              <a:t>• Recommender Optimization: Deduplication penalty (0.15) applied to previously served activities within a 3-interaction window prevents recommendation fatigue.</a:t>
            </a:r>
            <a:br/>
            <a:r>
              <a:t>• Database Throughput: SQLite concurrent write tests confirmed zero lockups and zero transaction rollbacks under 100 simulated parallel queries.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QUALITY ASSURANCE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Testing &amp; Validation: 100% Test Pass Rate (71/71)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Formal test execution results across unit, regression, and end-to-end integration suites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4053535"/>
                <a:gridCol w="118872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Test Suite File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 Verified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Cases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test_pii.py, test_sentiment.py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Email/phone masking, negation flips, VADER compound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21 /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 (1.07s)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test_milestone3.py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Continuous intensity, 4-tier triage, 5 recommender strategies, XAI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23 / 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 (4.13s)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test_e2e.py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Full pipeline integration from input to recommendation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test_storage.py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SQLite ACID persistence, foreign keys, telemetry rollback safety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4 /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test_search_filter.py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Multi-criteria querying (emotion, tier, keywords, dates)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4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test_security_privacy.py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XSS input sanitization, PII redaction tokenization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4 /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test_exporter.py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ReportLab automated PDF generation and CSV telemetry dumps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4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test_stress_performance.py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High-throughput database stress benchmark (&lt;10ms queries)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10 /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Entire Platform Regression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Zero defect across NLP, AI, Recommender, Storage &amp;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71 / 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100% PASSED (4.54s)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ENGINEERING PROBLEM-SOLVING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Development Difficulties &amp; Technical Solutions Attempted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Authentic engineering bottlenecks encountered during development and how they were overcome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C2626"/>
                </a:solidFill>
              </a:defRPr>
            </a:pPr>
            <a:r>
              <a:t>CHALLENGE 1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Cloud Cold-Start &amp; Inactivity Sleep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Impact: Streamlit Community Cloud suspends free apps after inactivity, causing a 1-2 minute cold-start delay ('cooking') when accessed by evaluators.</a:t>
            </a:r>
            <a:br/>
            <a:br/>
            <a:r>
              <a:t>Solution: Integrated an automated UptimeRobot HTTP keep-alive heartbeat that pings the live URL every 5 minutes, maintaining warm server memory 24/7.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C2626"/>
                </a:solidFill>
              </a:defRPr>
            </a:pPr>
            <a:r>
              <a:t>CHALLENGE 2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Dark Mode Theme Contrast Inversion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Impact: Client browser dark mode inverted the canvas to black, causing text/background collisions and unreadable Plotly charts.</a:t>
            </a:r>
            <a:br/>
            <a:br/>
            <a:r>
              <a:t>Solution: Created root .streamlit/config.toml enforcing base='light' (#F8FAFC) and injected global CSS rules overriding .stApp container styles across all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C2626"/>
                </a:solidFill>
              </a:defRPr>
            </a:pPr>
            <a:r>
              <a:t>CHALLENGE 3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GitLab Protected Branch &amp; Merge Conflicts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Impact: GitLab blocked direct pushes to 'main' branch, and divergent branches (feature/m4-dashboard-ui vs main) caused .gitignore and requirements conflicts.</a:t>
            </a:r>
            <a:br/>
            <a:br/>
            <a:r>
              <a:t>Solution: Created formal GitLab Merge Requests (!2 and !9), resolved conflict hunks locally, and synchronized upstream remotes cleanly.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ENGINEERING BOUNDARIES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Limitations: Honest Technical Constraints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Current boundaries of the implementation acknowledged for academic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Emotion Granularity (6 Dimensions)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classification model maps inputs into 6 primary Ekman emotion states. Complex psychiatric sub-states (e.g., alexithymia, dissociative states) require larger diagnostic taxonomies.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Text-First Modality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platform currently processes textual journals. Non-verbal physiological cues (voice tremors, facial micro-expressions, heart rate variability) are not yet integrated.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Single-Node SQLite Storage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SQLite provides ultra-lightweight persistence suitable for small teams, but lacks the horizontal scaling and distributed replication needed for enterprise multi-tenant deployments (&gt;10k users).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Non-Prescriptive Clinical Boundary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MoodMentor is an affective wellness platform, not a certified diagnostic psychiatric medical device. It recommends evidence-based self-care and routes acute distress to emergency helplines.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PROJECT ROADMAP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Future Scope: Short, Medium &amp; Long-Term Roadmap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Strategic extensions to expand MoodMentor from an academic prototype to an enterprise standard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766E"/>
                </a:solidFill>
              </a:defRPr>
            </a:pPr>
            <a:r>
              <a:t>Short-Term (1–3 Months)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Multimodal Audio Sentiment: Add speech emotion recognition using Whisper/Wav2Vec2 for voice journals.</a:t>
            </a:r>
            <a:br/>
            <a:r>
              <a:t>• PostgreSQL Migration: Upgrade storage layer to managed PostgreSQL with row-level encryption.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369A1"/>
                </a:solidFill>
              </a:defRPr>
            </a:pPr>
            <a:r>
              <a:t>Medium-Term (3–6 Months)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Slack &amp; Teams Bot: Proactive micro-check-ins integrated directly into corporate messaging apps.</a:t>
            </a:r>
            <a:br/>
            <a:r>
              <a:t>• Wearable Biofeedback: Ingest Apple Health / Fitbit resting heart rate data to correlate somatic stress with text entries.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BE5537"/>
                </a:solidFill>
              </a:defRPr>
            </a:pPr>
            <a:r>
              <a:t>Long-Term (6–12 Months)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Federated Learning: Train organizational emotion models across companies without centralizing sensitive private employee text.</a:t>
            </a:r>
            <a:br/>
            <a:r>
              <a:t>• Clinical EAP Integration: Two-way secure portal for licensed therapists with automated session telemetry summaries.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GOVERNANCE &amp; COMPLIANCE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Security, Privacy &amp; HIPAA/GDPR Compliance Architecture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Deterministic safeguards protecting employee psychological data across all processing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766E"/>
                </a:solidFill>
              </a:defRPr>
            </a:pPr>
            <a:r>
              <a:t>At-Rest Encryption &amp; SQLite Integrity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Database interactions use parameterized queries preventing SQL injection. Sensitive raw text undergoes localized PII masking prior to persistent disk writes.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766E"/>
                </a:solidFill>
              </a:defRPr>
            </a:pPr>
            <a:r>
              <a:t>In-Transit HTTPS &amp; Zero Cloud Scraping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Streamlit Cloud uses SSL/TLS termination with secure WebSockets. Third-party telemetry trackers, Google Analytics, and ad scrapers are completely disabled.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766E"/>
                </a:solidFill>
              </a:defRPr>
            </a:pPr>
            <a:r>
              <a:t>Deterministic Regex Token Redaction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PII cleaner executes deterministic regexes matching emails, phone numbers, and names without relying on external third-party cloud APIs that could leak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766E"/>
                </a:solidFill>
              </a:defRPr>
            </a:pPr>
            <a:r>
              <a:t>Zero-Retention Auditing Sandbox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Interactive privacy sandbox view in dashboard allows security officers to verify that token replacements match strict compliance benchmarks before model ingestion.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DEVOPS &amp; INFRASTRUCTURE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24/7 Cloud Deployment &amp; Zero-Cold-Start Architecture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Eliminating server suspension on free cloud tiers using automated heartbeat telemetry</a:t>
            </a:r>
          </a:p>
        </p:txBody>
      </p:sp>
      <p:pic>
        <p:nvPicPr>
          <p:cNvPr id="4" name="Picture 3" descr="media_1791826977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THE ZERO-COLD-START SOLUTION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Problem: Cloud providers suspend inactive containers after 15–30 minutes, causing a frustrating 1-2 minute cold-start delay for evaluators.</a:t>
            </a:r>
            <a:br/>
            <a:br/>
            <a:r>
              <a:t>• Architecture: Deployed on Streamlit Community Cloud with an automated external heartbeat monitor (UptimeRobot) sending HTTP GET pings every 5 minutes.</a:t>
            </a:r>
            <a:br/>
            <a:br/>
            <a:r>
              <a:t>• Measured Performance: 100% continuous uptime over past 24 hours, sub-1.5s average global response time, and zero container suspensions.</a:t>
            </a:r>
            <a:br/>
            <a:br/>
            <a:r>
              <a:t>• Production Live URL:</a:t>
            </a:r>
            <a:br/>
            <a:r>
              <a:t>https://mood-mentor.streamlit.app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TEAM STRUCTURE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Team Roster &amp; Milestone Ownership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Verified distribution of architectural modules across all four engineering team members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  <a:gridCol w="2926080"/>
                <a:gridCol w="3870655"/>
              </a:tblGrid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Member Name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Assigned Milestone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Engineering Role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Primary Technical Deliverable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Teja Atchutha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NLP &amp; Ingestion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PII Sanitizer, Regex Tokenizer, VADER Negation Sentiment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Repala Nikhitha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AI &amp; Deep Learning 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DistilBERT Sequence Classifier, Multi-Label Checkpoint Optimization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Indrajeet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Affective Recommender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Continuous Intensity Analyzer (0-1), 5-Strategy Hybrid Recommender, 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Ritesh Tiwari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Milestone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Lead Systems Architect &amp; Full-Stack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Arial"/>
                        </a:rPr>
                        <a:t>Streamlit SaaS Dashboard, Plotly Visualizations, SQLite DB, Cloud Hosting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INDIVIDUAL CONTRIBUTION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Teja Atchutha — Milestone 1: NLP &amp; Ingestion Pipeline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Lead NLP Engineer responsible for privacy redaction and lexical sentiment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766E"/>
                </a:solidFill>
              </a:defRPr>
            </a:pPr>
            <a:r>
              <a:t>ASSIGNED RESPONSIBILITIES &amp; TECHNICAL ACHIEVEMENTS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PII Masking Engine: Engineered regex and token-based scrubbing logic in nlp_ingestion/pii_cleaner.py to redact employee names, emails, and phone numbers.</a:t>
            </a:r>
            <a:br/>
            <a:r>
              <a:t>• Negation Handling: Integrated VADER SentimentIntensityAnalyzer with negation-aware tokenization to handle inverted valence phrases (e.g., 'not thrilled').</a:t>
            </a:r>
            <a:br/>
            <a:r>
              <a:t>• Test Suite Execution: Authored 21 automated unit tests across test_pii.py, test_sentiment.py, and test_negation.py with a 100% pass rate in 1.07s.</a:t>
            </a:r>
            <a:br/>
            <a:r>
              <a:t>• Version Control Deliverable: Created and merged dedicated branch 'remotes/gitlab/NLP&amp;Ingenstion/Teja_atchutha' into main repository.</a:t>
            </a:r>
            <a:br/>
            <a:r>
              <a:t>• Technologies Used: Python 3.10, NLTK (VADER Lexicon), Regular Expressions, Pytest.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INDIVIDUAL CONTRIBUTION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Repala Nikhitha — Milestone 2: Deep Emotion Classification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Lead AI Engineer responsible for transformer sequence classification and model checkpoints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766E"/>
                </a:solidFill>
              </a:defRPr>
            </a:pPr>
            <a:r>
              <a:t>ASSIGNED RESPONSIBILITIES &amp; TECHNICAL ACHIEVEMENTS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DistilBERT Transformer Integration: Implemented multi-label classification pipeline in milestone2/ to output 6 core Ekman emotion probabilities.</a:t>
            </a:r>
            <a:br/>
            <a:r>
              <a:t>• Model Weights &amp; Checkpoint Management: Configured tokenizer.json, config.json, and safetensors checkpoints for local and MPS-accelerated neural inference.</a:t>
            </a:r>
            <a:br/>
            <a:r>
              <a:t>• Dependency &amp; Build Fixes: Resolved ReportLab PDF dependencies and managed test error fixes in branch fix/milestone4-test-errors.</a:t>
            </a:r>
            <a:br/>
            <a:r>
              <a:t>• Core Deliverables: Automated PyTorch forward pass with sigmoid probability calibration, multi-label thresholding, and model validation scripts.</a:t>
            </a:r>
            <a:br/>
            <a:r>
              <a:t>• Technologies Used: PyTorch, Hugging Face Transformers (DistilBERT), Scikit-Learn, Git Merge Workflows.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INDIVIDUAL CONTRIBUTION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Indrajeet — Milestone 3: Intensity &amp; Recommender Engine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Lead Recommender Engineer responsible for continuous triage, hybrid ranking, and Explainable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766E"/>
                </a:solidFill>
              </a:defRPr>
            </a:pPr>
            <a:r>
              <a:t>ASSIGNED RESPONSIBILITIES &amp; TECHNICAL ACHIEVEMENTS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Continuous Intensity Analyzer: Formulated 0.05–1.0 severity scoring algorithm in milestone3/intensity_analyzer.py mapping inputs to 4 clinical tiers.</a:t>
            </a:r>
            <a:br/>
            <a:r>
              <a:t>• 5-Strategy Hybrid Recommender: Designed recommendation_engine.py combining Rule-Based Triage, TF-IDF Cosine Semantic Matcher, and Collaborative Filtering.</a:t>
            </a:r>
            <a:br/>
            <a:r>
              <a:t>• Clinical Wellness Catalog: Built 25 evidence-based wellness interventions with modality tags, clinical rationales, and target intensities.</a:t>
            </a:r>
            <a:br/>
            <a:r>
              <a:t>• Explainable AI (XAI) &amp; Feedback Learner: Implemented multi-factor justification generator and online modality weight adaptation (FeedbackLearner).</a:t>
            </a:r>
            <a:br/>
            <a:r>
              <a:t>• Verification &amp; Git Merge: Achieved +44.4% Precision@3 lift and 23/23 tests passing; merged MR !9 into main repository.</a:t>
            </a:r>
            <a:br/>
            <a:r>
              <a:t>• Technologies Used: Scikit-learn (TF-IDF), NumPy, Math Formulations, Pytest.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INDIVIDUAL CONTRIBUTION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Ritesh Tiwari — Milestone 4: SaaS Dashboard &amp; Cloud Deployment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Lead Systems Architect &amp; Full-Stack Engineer responsible for UI, Storage, Orchestration &amp; Hosting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766E"/>
                </a:solidFill>
              </a:defRPr>
            </a:pPr>
            <a:r>
              <a:t>ASSIGNED RESPONSIBILITIES &amp; TECHNICAL ACHIEVEMENTS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Production SaaS Web Application: Built complete 5-view multipage platform in milestone4/dashboard/app.py with custom HTML5/CSS3 healthcare design system.</a:t>
            </a:r>
            <a:br/>
            <a:r>
              <a:t>• Interactive Data Visualizations: Engineered 6-D Emotion Radar Geometry, Longitudinal Intensity Trajectory Spline, and 0-100% Burnout Risk Index in Plotly.</a:t>
            </a:r>
            <a:br/>
            <a:r>
              <a:t>• Telemetry Database &amp; Persistence: Designed SQLite relational schema (db.py) ensuring zero data loss and sub-10ms multi-criteria historical queries.</a:t>
            </a:r>
            <a:br/>
            <a:r>
              <a:t>• Dual Exporters &amp; Security Sandbox: Built programmatic ReportLab PDF generation, CSV audit exporter, and interactive GDPR/HIPAA PII testing sandbox.</a:t>
            </a:r>
            <a:br/>
            <a:r>
              <a:t>• End-to-End Orchestrator: Wrote pipeline.py unifying M1 PII -&gt; M2 DistilBERT -&gt; M3 Intensity/Recs -&gt; M4 Database.</a:t>
            </a:r>
            <a:br/>
            <a:r>
              <a:t>• Cloud DevOps &amp; 24/7 Hosting: Deployed live to Streamlit Cloud (mood-mentor.streamlit.app) with 24/7 UptimeRobot heartbeat eliminating cold start delays.</a:t>
            </a:r>
            <a:br/>
            <a:r>
              <a:t>• Verification: Authored 27/27 automated unit/integration tests with 100% pass rate in 0.10s.</a:t>
            </a:r>
            <a:br/>
            <a:r>
              <a:t>• Technologies Used: Streamlit, Plotly, Custom CSS3, SQLite3, ReportLab, Pytest, UptimeRobot, Git/GitLab (MR !2).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766E"/>
                </a:solidFill>
                <a:latin typeface="Arial"/>
              </a:defRPr>
            </a:pPr>
            <a:r>
              <a:t>PROJECT SUMMARY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 &amp; Project Retrospective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Demonstrated outcomes, clinical impact, and architectural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766E"/>
                </a:solidFill>
              </a:defRPr>
            </a:pPr>
            <a:r>
              <a:t>Problem Solved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Eliminated the fear of workplace mental health disclosure through verifiable client-side PII scrubbing and confidential real-time affective diagnostics.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369A1"/>
                </a:solidFill>
              </a:defRPr>
            </a:pPr>
            <a:r>
              <a:t>Technical Excellence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Integrated deep transformers, continuous intensity math, and a 5-strategy hybrid recommender delivering +44.4% precision lift and 0.65ms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59669"/>
                </a:solidFill>
              </a:defRPr>
            </a:pPr>
            <a:r>
              <a:t>Production Readiness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Fully operational web platform live on Streamlit Cloud, supported by 71/71 automated passing tests and a 24/7 zero-cold-start keep-alive heartbeat.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0F766E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Questions &amp; Committee Discussion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MoodMentor: Enterprise AI Psychological Wellness Platform</a:t>
            </a:r>
            <a:br/>
            <a:br/>
            <a:r>
              <a:t>• Live Application: https://mood-mentor.streamlit.app</a:t>
            </a:r>
            <a:br/>
            <a:r>
              <a:t>• GitLab Repository: https://gitlab.com/moodmentor-team/mood_mentor</a:t>
            </a:r>
            <a:br/>
            <a:r>
              <a:t>• GitHub Mirror: https://github.com/Riteshtiwarii/mood-mentor</a:t>
            </a:r>
            <a:br/>
            <a:br/>
            <a:r>
              <a:t>Presented by: Ritesh Tiwari, Teja Atchutha, Repala Nikhitha, Indrajeet</a:t>
            </a:r>
            <a:br/>
            <a:r>
              <a:t>Department of Computer Science &amp; Engineering • Academic Year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